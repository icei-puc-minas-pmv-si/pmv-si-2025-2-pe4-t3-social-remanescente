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70" r:id="rId14"/>
    <p:sldId id="271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92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87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0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38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02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52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08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03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39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36540-2C73-4149-BA75-B66930EAF05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BA158F3-DBE8-4073-A4A4-EDA6619E039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socialremanescente/in%C3%ADcio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9BDDC-E341-4DC6-8625-A4EBDF6C6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894" y="887569"/>
            <a:ext cx="11403106" cy="254143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Social Remanescente</a:t>
            </a:r>
            <a:br>
              <a:rPr lang="pt-BR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Gerenciamento de Dados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6D1294-042A-4A53-995A-FBC3EC01B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5473418"/>
            <a:ext cx="8637072" cy="582284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Aplicações para Sustentabilidade</a:t>
            </a:r>
          </a:p>
        </p:txBody>
      </p:sp>
    </p:spTree>
    <p:extLst>
      <p:ext uri="{BB962C8B-B14F-4D97-AF65-F5344CB8AC3E}">
        <p14:creationId xmlns:p14="http://schemas.microsoft.com/office/powerpoint/2010/main" val="19440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9F167-48A6-4577-8472-50317B59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26" y="1137333"/>
            <a:ext cx="9603275" cy="878399"/>
          </a:xfrm>
        </p:spPr>
        <p:txBody>
          <a:bodyPr>
            <a:normAutofit/>
          </a:bodyPr>
          <a:lstStyle/>
          <a:p>
            <a:pPr algn="ctr"/>
            <a:r>
              <a:rPr lang="pt-B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social remanescente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892F8A-C423-4FE6-A7D3-9CE9E275C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1" y="2015732"/>
            <a:ext cx="11080377" cy="3450613"/>
          </a:xfrm>
        </p:spPr>
        <p:txBody>
          <a:bodyPr/>
          <a:lstStyle/>
          <a:p>
            <a:pPr algn="just"/>
            <a:endParaRPr lang="pt-BR" dirty="0"/>
          </a:p>
          <a:p>
            <a:pPr marL="0" indent="0" algn="just">
              <a:buNone/>
            </a:pPr>
            <a:r>
              <a:rPr lang="pt-BR" dirty="0"/>
              <a:t>      O Projeto Social Remanescente tem como finalidade desenvolver um sistema de gerenciamento de dados voltado para a organização e fortalecimento de ações sociais desempenhadas pela Igreja Remanescente Família de Deus.  </a:t>
            </a:r>
          </a:p>
          <a:p>
            <a:pPr marL="0" indent="0" algn="just">
              <a:buNone/>
            </a:pPr>
            <a:r>
              <a:rPr lang="pt-BR" dirty="0"/>
              <a:t>       A seguir, será aborda a proposta de uma solução tecnológica utilizando ferramentas acessíveis para apoiar a gestão do projeto, ampliar a transparência das informações e potencializar o impacto social junto ao projeto desenvolvido pelo setor de apoio infantil.</a:t>
            </a:r>
          </a:p>
        </p:txBody>
      </p:sp>
    </p:spTree>
    <p:extLst>
      <p:ext uri="{BB962C8B-B14F-4D97-AF65-F5344CB8AC3E}">
        <p14:creationId xmlns:p14="http://schemas.microsoft.com/office/powerpoint/2010/main" val="312209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59FD1-6549-4697-93FF-1B4FE5DB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54143"/>
            <a:ext cx="9603275" cy="795680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CCAFCB-4115-4C76-AA52-991C7BABE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40" y="1869140"/>
            <a:ext cx="11044518" cy="4161864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6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social desenvolvido em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Cristália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MG</a:t>
            </a:r>
          </a:p>
          <a:p>
            <a:pPr>
              <a:lnSpc>
                <a:spcPct val="6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Atendimento a crianças em situação de vulnerabilidade</a:t>
            </a:r>
          </a:p>
          <a:p>
            <a:pPr>
              <a:lnSpc>
                <a:spcPct val="6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Apoio de voluntários e parceria com instituições locais</a:t>
            </a:r>
          </a:p>
          <a:p>
            <a:pPr>
              <a:lnSpc>
                <a:spcPct val="6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 de tecnologia para organização e transparência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000" dirty="0"/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 projeto está inserido no contexto do município 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Cristália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 Minas Gerais, onde há uma significativa parcela da população em situação de vulnerabilidade social. A iniciativa atende crianças em situação de risco por meio de atividades educativas, assistenciais e de apoio comunitário, contando com a atuação de voluntários e parcerias com instituições locais. A utilização de tecnologia surge como uma alternativa viável para organizar as atividades e otimizar os processos.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334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408B5-55A3-4824-928F-E18D023A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24981"/>
            <a:ext cx="9603275" cy="1026548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Problemas Identificados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919B79-84D5-4F72-B2F7-DB76846A4E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647" y="2292122"/>
            <a:ext cx="11080377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Falta de organização dos voluntários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Ausência de critérios claros de priorização das crianças atendidas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Informações fragmentadas e sem centralização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Dificuldade de mensurar resultados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>
                <a:latin typeface="Arial" panose="020B0604020202020204" pitchFamily="34" charset="0"/>
              </a:rPr>
              <a:t>     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Apesar da relevância do projeto, foram identificadas dificuldades que comprometem sua eficiência, como a ausência de critérios claros para definição de prioridades de atendimento, a fragmentação das informações em registros manuais e planilhas isoladas, além da dificuldade de mensurar resultados de forma estruturada. Esses fatores limitam a capacidade de gestão e tomadas de decisão.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6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4863D-093A-4A9C-89B7-25F07926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96" y="1092063"/>
            <a:ext cx="9603275" cy="739589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do Projeto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FA4CB7-3297-428B-A22A-F755845680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422" y="2195729"/>
            <a:ext cx="11398625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Desenvolver solução usando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Centralizar dados de famílias, crianças e voluntários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Melhorar a tomada de decisão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Aumentar a transparência das ações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 objetivo do projeto é desenvolver uma solução tecnológica utilizando o Power BI para centralizar, organizar e analisar os dados do projeto social. Busca-se melhorar a gestão das informações relacionadas a famílias, crianças e voluntários, garantindo maior transparência, agilidade no acesso aos dados e suporte qualificado à tomada de decisão, ampliando assim o alcance e a eficiência das ações sociais.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58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DF878-D1D1-4697-9BCA-FF16C502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78768"/>
            <a:ext cx="9603275" cy="811395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Metodologia Utilizada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D31E52-7B0D-4545-A919-8743DD8B3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072" y="2119282"/>
            <a:ext cx="1116105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Levantamento de requisitos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Estruturação de planilhas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Transformação de dados (ETL)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Criação de relatórios 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Validação com usuários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 metodologia utilizada é baseada em uma abordagem prática e iterativa, envolvendo o levantamento de requisitos junto aos gestores e voluntários, a estruturação dos dados em planilhas organizadas, a aplicação de processos de extração, transformação e carga dos dados, o desenvolvimento de dashboards interativos e a validação dos resultados com os usuários finais. Também foram previstas etapas de treinamento e monitoramento contínuo.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85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B34C8-D55E-4CC2-BA40-40E5BD33D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1225470"/>
            <a:ext cx="9603275" cy="743929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do Projeto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E6FEEB-ADAF-4557-87F1-11A917BFB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276" y="2060624"/>
            <a:ext cx="11443447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Google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(Coleta de dados)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Google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(Base de dados)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Power BI (Dashboards)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Google Sites (Publicação)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600" dirty="0"/>
              <a:t>     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arquitetura da solução foi planejada com foco em simplicidade, baixo custo e acessibilidade. A coleta de dados é realizada por meio de formulários online, os dados são armazenados em planilhas estruturadas, tratados e organizados com apoio de ferramentas integradas, e posteriormente analisados no Power BI. Por fim, os resultados são publicados em um portal acessível via Google Sites, permitindo ampla visualização das informações.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8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95F11-3DF8-4EF0-B03C-AD403C56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259551"/>
            <a:ext cx="9603275" cy="855441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 ETL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2039B-D9FA-4BB1-807B-B569331C43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942" y="2114992"/>
            <a:ext cx="1140310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Extração: Google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Transformação: Apps 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Carga: Google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Automação por eventos em tempo 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1600" dirty="0"/>
              <a:t>     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processo de ETL foi estruturado para funcionar de forma automatizada e em tempo real. Os dados são extraídos automaticamente a partir dos formulários preenchidos pelos usuários, transformados por meio de scripts que limpam, organizam e padronizam as informações, e carregados em uma base centralizada. Esse fluxo garante dados mais confiáveis, atualizados e prontos para análise no ambiente de Business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7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9ADAA-979F-457D-9D53-50D24F65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231011"/>
            <a:ext cx="9603275" cy="932419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Indicadores no Power BI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510576-8ED9-432A-956A-F43EF8BDA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488" y="2163430"/>
            <a:ext cx="11551024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Total de crianças atendidas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Total de voluntários ativos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% de famílias em alta vulnerabilidade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Total de famílias atendidas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Valor total de doações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Os principais indicadores do projeto são calculados por meio de medidas DAX no Power BI, permitindo acompanhar em tempo real o número de crianças atendidas, o total de voluntários ativos, o percentual de famílias em alta vulnerabilidade, a quantidade de famílias beneficiadas e o valor total de doações financeiras. Esses indicadores oferecem uma visão clara do desempenho do projeto e auxiliam na avaliação do impacto social.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22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C8018-22C1-4D92-863F-453B4884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83341"/>
            <a:ext cx="9603275" cy="813433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Painel Social Remanescente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2E584-12FD-41E8-A2F8-76EE5590A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572" y="2157783"/>
            <a:ext cx="107038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Visualização em tempo 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Navegação por filtros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Indicadores estratégicos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Publicação via web (vide anexo)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 painel do Projeto Social Remanescente foi desenvolvido no Power BI com foco na clareza e usabilidade. Ele apresenta gráficos interativos, filtros dinâmicos e indicadores consolidados que facilitam a navegação e a análise dos dados. A publicação do painel em ambiente web permite que gestores, voluntários e parceiros tenham acesso rápido e seguro às informações, fortalecendo a transparência e o acompanhamento das ações.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7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C7373-B422-4FAD-B99E-919A3D32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27917"/>
            <a:ext cx="9603275" cy="841963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CE2B5BB-492D-48BC-A496-E11D75505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859" y="2219343"/>
            <a:ext cx="1104003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Projeto trouxe maior organização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Mais transparência nos dados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Apoio à tomada de decisão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Impacto social positivo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Conclui-se que a implementação da solução tecnológica contribui significativamente para a organização e eficiência do Projeto Social Remanescente. A centralização dos dados, a automação dos processos e a geração de indicadores confiáveis permitem uma gestão mais estratégica e transparente. O projeto demonstra como o uso de ferramentas de Business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potencializar iniciativas sociais, promovendo maior impacto positivo na comunidade atendida.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9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5F293-8D14-480E-A52A-123B57CB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54143"/>
            <a:ext cx="9603275" cy="728446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para acesso da solução: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29B56-83B8-4F0C-9984-93F8AA6B0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53244"/>
            <a:ext cx="9603275" cy="3450613"/>
          </a:xfrm>
        </p:spPr>
        <p:txBody>
          <a:bodyPr/>
          <a:lstStyle/>
          <a:p>
            <a:r>
              <a:rPr lang="pt-BR" dirty="0"/>
              <a:t>Site do Projeto Social Remanescente</a:t>
            </a:r>
          </a:p>
          <a:p>
            <a:r>
              <a:rPr lang="pt-BR" dirty="0">
                <a:hlinkClick r:id="rId2"/>
              </a:rPr>
              <a:t>https://sites.google.com/view/socialremanescente/início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8044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67CDA-0C4D-4466-82B5-12107BBA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1037977"/>
            <a:ext cx="9603275" cy="751095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Anexos: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4FC5C81-E468-4673-BED5-276198ABD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618" y="2143725"/>
            <a:ext cx="4936383" cy="3449638"/>
          </a:xfr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DB98FF-0583-49FE-A2AE-DDBAE3CB6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50053"/>
            <a:ext cx="4936383" cy="344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05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A247AD-7330-4E72-81C8-F3FFCF7D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85" y="2804153"/>
            <a:ext cx="5641884" cy="327158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45EE661-FF05-4835-855A-C506D86FD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831" y="2804153"/>
            <a:ext cx="5641884" cy="32727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A8D0019-F14E-4D60-B8DF-02CD07EEE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058" y="140951"/>
            <a:ext cx="5641884" cy="25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5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DE778-08F4-41FE-AAA4-716FDA01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288" y="1073830"/>
            <a:ext cx="9605635" cy="1059305"/>
          </a:xfrm>
        </p:spPr>
        <p:txBody>
          <a:bodyPr>
            <a:norm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Decisões tomadas a partir da análise dos dados do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social remanescente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1D099-2345-4D79-A7A7-AE8596C144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evidenciados: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Percentual de famílias em alta vulnerabilidade maior do que se tinha ciência.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 de crianças atendidas menor que a capacidade do projeto atualmente comporta.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Voluntários com participação mal distribuídos, acarretando capacidade abaixo do suportado.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65F9BA-B135-4744-9DC4-88FFCA84B5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Decisão tomada: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coordenação do projeto decide </a:t>
            </a:r>
            <a:r>
              <a:rPr lang="pt-B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redirecionar recursos e esforços de voluntários</a:t>
            </a:r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os bairros com maior índice de vulnerabilidade, priorizando essas famílias no atendimento.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um novo critério para priorização no cadastro de famílias.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Realocar voluntários para dias específicos e áreas com maior concentração de crianças em situação de vulnerabilidade.</a:t>
            </a:r>
          </a:p>
          <a:p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Solicitar apoio de parceiros locais para ampliar doações e atuação nas regiões com maior número de famílias carentes.</a:t>
            </a:r>
          </a:p>
        </p:txBody>
      </p:sp>
    </p:spTree>
    <p:extLst>
      <p:ext uri="{BB962C8B-B14F-4D97-AF65-F5344CB8AC3E}">
        <p14:creationId xmlns:p14="http://schemas.microsoft.com/office/powerpoint/2010/main" val="4008346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78970-F43A-4F24-AF3B-6A087B15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683495"/>
            <a:ext cx="9603275" cy="1049235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PROJETO EXTENSIONISTA: Aplicações para Sustentabilidade </a:t>
            </a:r>
            <a:br>
              <a:rPr lang="pt-BR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pt-BR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Sistema de Gerenciamento de dados – Social Remanescente 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42EF8-42D7-48AA-A014-278558984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Daniel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Araujo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Pinto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Elder Ferreira Ramos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Guilherme Botelho da Silva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Jack Medeiros de Paula Pereira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Demori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Luigi Rodrigo dos Santos de Moura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Sebastião Felipe de Oliveira Barros </a:t>
            </a:r>
            <a:endParaRPr lang="pt-BR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1800" b="1" i="0" u="none" strike="noStrike" baseline="0" dirty="0">
                <a:solidFill>
                  <a:srgbClr val="1F1F1F"/>
                </a:solidFill>
                <a:latin typeface="Times New Roman" panose="02020603050405020304" pitchFamily="18" charset="0"/>
              </a:rPr>
              <a:t> Orientadora: Maria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Inês </a:t>
            </a:r>
            <a:r>
              <a:rPr lang="pt-BR" sz="1800" b="1" i="0" u="none" strike="noStrike" baseline="0" dirty="0">
                <a:solidFill>
                  <a:srgbClr val="1F1F1F"/>
                </a:solidFill>
                <a:latin typeface="Times New Roman" panose="02020603050405020304" pitchFamily="18" charset="0"/>
              </a:rPr>
              <a:t>Lage de Paula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pt-BR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6975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92</TotalTime>
  <Words>1188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Times New Roman</vt:lpstr>
      <vt:lpstr>Galeria</vt:lpstr>
      <vt:lpstr>                   Projeto Social Remanescente   Sistema de Gerenciamento de Dados</vt:lpstr>
      <vt:lpstr>Projeto social remanescente</vt:lpstr>
      <vt:lpstr>Contexto do Projeto</vt:lpstr>
      <vt:lpstr>Problemas Identificados</vt:lpstr>
      <vt:lpstr>Objetivos do Projeto</vt:lpstr>
      <vt:lpstr>Metodologia Utilizada</vt:lpstr>
      <vt:lpstr>Arquitetura do Projeto</vt:lpstr>
      <vt:lpstr>Processo ETL</vt:lpstr>
      <vt:lpstr>Indicadores no Power BI</vt:lpstr>
      <vt:lpstr>Painel Social Remanescente</vt:lpstr>
      <vt:lpstr>Conclusão</vt:lpstr>
      <vt:lpstr>Link para acesso da solução:</vt:lpstr>
      <vt:lpstr>Anexos:</vt:lpstr>
      <vt:lpstr>Apresentação do PowerPoint</vt:lpstr>
      <vt:lpstr>Decisões tomadas a partir da análise dos dados do  projeto social remanescente</vt:lpstr>
      <vt:lpstr>  PROJETO EXTENSIONISTA: Aplicações para Sustentabilidade   Sistema de Gerenciamento de dados – Social Remanescente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Projeto Social Remanescente     Sistema de Gerenciamento de Dados</dc:title>
  <dc:creator>Windows 11</dc:creator>
  <cp:lastModifiedBy>Windows 11</cp:lastModifiedBy>
  <cp:revision>7</cp:revision>
  <dcterms:created xsi:type="dcterms:W3CDTF">2025-12-08T01:03:05Z</dcterms:created>
  <dcterms:modified xsi:type="dcterms:W3CDTF">2025-12-08T02:40:57Z</dcterms:modified>
</cp:coreProperties>
</file>